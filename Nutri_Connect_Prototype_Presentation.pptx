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29978D-97BC-4087-93A3-5D044A8A3CB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269EB7-E4CF-47E7-8A0B-945348443A61}">
      <dgm:prSet/>
      <dgm:spPr/>
      <dgm:t>
        <a:bodyPr/>
        <a:lstStyle/>
        <a:p>
          <a:r>
            <a:rPr lang="en-US"/>
            <a:t>Tracks steps, provides exercise routines, and offers monthly step contests for users to win rewards.</a:t>
          </a:r>
        </a:p>
      </dgm:t>
    </dgm:pt>
    <dgm:pt modelId="{E5FE84B0-2FC7-4506-985A-92DB2D710600}" type="parTrans" cxnId="{05CC7A1D-DD9C-4CB3-8B1A-979D23E93694}">
      <dgm:prSet/>
      <dgm:spPr/>
      <dgm:t>
        <a:bodyPr/>
        <a:lstStyle/>
        <a:p>
          <a:endParaRPr lang="en-US"/>
        </a:p>
      </dgm:t>
    </dgm:pt>
    <dgm:pt modelId="{54880013-6225-47C4-AFDB-8C888A2000CB}" type="sibTrans" cxnId="{05CC7A1D-DD9C-4CB3-8B1A-979D23E93694}">
      <dgm:prSet/>
      <dgm:spPr/>
      <dgm:t>
        <a:bodyPr/>
        <a:lstStyle/>
        <a:p>
          <a:endParaRPr lang="en-US"/>
        </a:p>
      </dgm:t>
    </dgm:pt>
    <dgm:pt modelId="{900859FA-6E29-4F9F-A47B-17B2697753F6}">
      <dgm:prSet/>
      <dgm:spPr/>
      <dgm:t>
        <a:bodyPr/>
        <a:lstStyle/>
        <a:p>
          <a:r>
            <a:rPr lang="en-US"/>
            <a:t>Utilizes mobile sensors to track physical activity.</a:t>
          </a:r>
        </a:p>
      </dgm:t>
    </dgm:pt>
    <dgm:pt modelId="{B3FAB9CE-EE84-4069-9D41-BE7AEADF6845}" type="parTrans" cxnId="{7039C54F-DAA0-47FC-9104-76F5163892ED}">
      <dgm:prSet/>
      <dgm:spPr/>
      <dgm:t>
        <a:bodyPr/>
        <a:lstStyle/>
        <a:p>
          <a:endParaRPr lang="en-US"/>
        </a:p>
      </dgm:t>
    </dgm:pt>
    <dgm:pt modelId="{8AC5DFE6-18A7-4687-877D-61ECDD0C861D}" type="sibTrans" cxnId="{7039C54F-DAA0-47FC-9104-76F5163892ED}">
      <dgm:prSet/>
      <dgm:spPr/>
      <dgm:t>
        <a:bodyPr/>
        <a:lstStyle/>
        <a:p>
          <a:endParaRPr lang="en-US"/>
        </a:p>
      </dgm:t>
    </dgm:pt>
    <dgm:pt modelId="{ECA50793-51D1-4B6B-A963-08CFBE1205B4}" type="pres">
      <dgm:prSet presAssocID="{0529978D-97BC-4087-93A3-5D044A8A3CB7}" presName="root" presStyleCnt="0">
        <dgm:presLayoutVars>
          <dgm:dir/>
          <dgm:resizeHandles val="exact"/>
        </dgm:presLayoutVars>
      </dgm:prSet>
      <dgm:spPr/>
    </dgm:pt>
    <dgm:pt modelId="{C57D5C26-1555-4981-9217-55D7B23C6196}" type="pres">
      <dgm:prSet presAssocID="{17269EB7-E4CF-47E7-8A0B-945348443A61}" presName="compNode" presStyleCnt="0"/>
      <dgm:spPr/>
    </dgm:pt>
    <dgm:pt modelId="{A9A6ECCE-CDD8-421B-ABBC-BF3DEDD686B8}" type="pres">
      <dgm:prSet presAssocID="{17269EB7-E4CF-47E7-8A0B-945348443A6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E679639F-7BA6-499E-949A-2B633844D3C4}" type="pres">
      <dgm:prSet presAssocID="{17269EB7-E4CF-47E7-8A0B-945348443A61}" presName="spaceRect" presStyleCnt="0"/>
      <dgm:spPr/>
    </dgm:pt>
    <dgm:pt modelId="{234D9EDF-64A3-4555-B034-50C8DCC58297}" type="pres">
      <dgm:prSet presAssocID="{17269EB7-E4CF-47E7-8A0B-945348443A61}" presName="textRect" presStyleLbl="revTx" presStyleIdx="0" presStyleCnt="2">
        <dgm:presLayoutVars>
          <dgm:chMax val="1"/>
          <dgm:chPref val="1"/>
        </dgm:presLayoutVars>
      </dgm:prSet>
      <dgm:spPr/>
    </dgm:pt>
    <dgm:pt modelId="{4335ED2D-5FF0-493D-B7AE-6D982931A8C1}" type="pres">
      <dgm:prSet presAssocID="{54880013-6225-47C4-AFDB-8C888A2000CB}" presName="sibTrans" presStyleCnt="0"/>
      <dgm:spPr/>
    </dgm:pt>
    <dgm:pt modelId="{88A4873F-D7B6-45FD-8B21-6DA5A3212B85}" type="pres">
      <dgm:prSet presAssocID="{900859FA-6E29-4F9F-A47B-17B2697753F6}" presName="compNode" presStyleCnt="0"/>
      <dgm:spPr/>
    </dgm:pt>
    <dgm:pt modelId="{7996E657-F848-4C75-ACC2-207FDAD173F6}" type="pres">
      <dgm:prSet presAssocID="{900859FA-6E29-4F9F-A47B-17B2697753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D117E1C3-DA62-46E7-9899-4AC5BC9A5B21}" type="pres">
      <dgm:prSet presAssocID="{900859FA-6E29-4F9F-A47B-17B2697753F6}" presName="spaceRect" presStyleCnt="0"/>
      <dgm:spPr/>
    </dgm:pt>
    <dgm:pt modelId="{9E8BAE41-6F5D-4454-BED5-7FECB752AF4B}" type="pres">
      <dgm:prSet presAssocID="{900859FA-6E29-4F9F-A47B-17B2697753F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85B8A09-274D-4F00-8A5F-9D9EBF3E043D}" type="presOf" srcId="{17269EB7-E4CF-47E7-8A0B-945348443A61}" destId="{234D9EDF-64A3-4555-B034-50C8DCC58297}" srcOrd="0" destOrd="0" presId="urn:microsoft.com/office/officeart/2018/2/layout/IconLabelList"/>
    <dgm:cxn modelId="{05CC7A1D-DD9C-4CB3-8B1A-979D23E93694}" srcId="{0529978D-97BC-4087-93A3-5D044A8A3CB7}" destId="{17269EB7-E4CF-47E7-8A0B-945348443A61}" srcOrd="0" destOrd="0" parTransId="{E5FE84B0-2FC7-4506-985A-92DB2D710600}" sibTransId="{54880013-6225-47C4-AFDB-8C888A2000CB}"/>
    <dgm:cxn modelId="{7039C54F-DAA0-47FC-9104-76F5163892ED}" srcId="{0529978D-97BC-4087-93A3-5D044A8A3CB7}" destId="{900859FA-6E29-4F9F-A47B-17B2697753F6}" srcOrd="1" destOrd="0" parTransId="{B3FAB9CE-EE84-4069-9D41-BE7AEADF6845}" sibTransId="{8AC5DFE6-18A7-4687-877D-61ECDD0C861D}"/>
    <dgm:cxn modelId="{63EB35C0-A288-4AF4-BA37-AC9B09ADE96A}" type="presOf" srcId="{0529978D-97BC-4087-93A3-5D044A8A3CB7}" destId="{ECA50793-51D1-4B6B-A963-08CFBE1205B4}" srcOrd="0" destOrd="0" presId="urn:microsoft.com/office/officeart/2018/2/layout/IconLabelList"/>
    <dgm:cxn modelId="{FC3B91EB-9DEE-4A70-89FA-EBD3F95E6BD7}" type="presOf" srcId="{900859FA-6E29-4F9F-A47B-17B2697753F6}" destId="{9E8BAE41-6F5D-4454-BED5-7FECB752AF4B}" srcOrd="0" destOrd="0" presId="urn:microsoft.com/office/officeart/2018/2/layout/IconLabelList"/>
    <dgm:cxn modelId="{0028D8DC-C216-4520-A51F-BC8E36180765}" type="presParOf" srcId="{ECA50793-51D1-4B6B-A963-08CFBE1205B4}" destId="{C57D5C26-1555-4981-9217-55D7B23C6196}" srcOrd="0" destOrd="0" presId="urn:microsoft.com/office/officeart/2018/2/layout/IconLabelList"/>
    <dgm:cxn modelId="{7A2AEAC6-0DB5-4152-9F34-5ABA405B3A25}" type="presParOf" srcId="{C57D5C26-1555-4981-9217-55D7B23C6196}" destId="{A9A6ECCE-CDD8-421B-ABBC-BF3DEDD686B8}" srcOrd="0" destOrd="0" presId="urn:microsoft.com/office/officeart/2018/2/layout/IconLabelList"/>
    <dgm:cxn modelId="{6074A8DC-98D1-48C3-850C-A4925F1C1283}" type="presParOf" srcId="{C57D5C26-1555-4981-9217-55D7B23C6196}" destId="{E679639F-7BA6-499E-949A-2B633844D3C4}" srcOrd="1" destOrd="0" presId="urn:microsoft.com/office/officeart/2018/2/layout/IconLabelList"/>
    <dgm:cxn modelId="{5627284C-BD23-4C68-8C9B-D2274C33C39D}" type="presParOf" srcId="{C57D5C26-1555-4981-9217-55D7B23C6196}" destId="{234D9EDF-64A3-4555-B034-50C8DCC58297}" srcOrd="2" destOrd="0" presId="urn:microsoft.com/office/officeart/2018/2/layout/IconLabelList"/>
    <dgm:cxn modelId="{F3B7F298-905F-4B8D-8F2D-BCD70EBEC503}" type="presParOf" srcId="{ECA50793-51D1-4B6B-A963-08CFBE1205B4}" destId="{4335ED2D-5FF0-493D-B7AE-6D982931A8C1}" srcOrd="1" destOrd="0" presId="urn:microsoft.com/office/officeart/2018/2/layout/IconLabelList"/>
    <dgm:cxn modelId="{99C35589-DEF1-40EB-A0E6-9AAB5C8B0C56}" type="presParOf" srcId="{ECA50793-51D1-4B6B-A963-08CFBE1205B4}" destId="{88A4873F-D7B6-45FD-8B21-6DA5A3212B85}" srcOrd="2" destOrd="0" presId="urn:microsoft.com/office/officeart/2018/2/layout/IconLabelList"/>
    <dgm:cxn modelId="{57885ECE-2C2C-4486-AE58-597235DBA9F9}" type="presParOf" srcId="{88A4873F-D7B6-45FD-8B21-6DA5A3212B85}" destId="{7996E657-F848-4C75-ACC2-207FDAD173F6}" srcOrd="0" destOrd="0" presId="urn:microsoft.com/office/officeart/2018/2/layout/IconLabelList"/>
    <dgm:cxn modelId="{545BA431-7179-4166-BEF1-9A4D995F28E1}" type="presParOf" srcId="{88A4873F-D7B6-45FD-8B21-6DA5A3212B85}" destId="{D117E1C3-DA62-46E7-9899-4AC5BC9A5B21}" srcOrd="1" destOrd="0" presId="urn:microsoft.com/office/officeart/2018/2/layout/IconLabelList"/>
    <dgm:cxn modelId="{2A6D8404-A0D1-4EF8-ABCA-AC8B7EAD8A48}" type="presParOf" srcId="{88A4873F-D7B6-45FD-8B21-6DA5A3212B85}" destId="{9E8BAE41-6F5D-4454-BED5-7FECB752AF4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9BF7AA-F140-4492-988C-64CF44C22A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693BE4-18AC-4E1C-8579-324153CDBD7D}">
      <dgm:prSet/>
      <dgm:spPr/>
      <dgm:t>
        <a:bodyPr/>
        <a:lstStyle/>
        <a:p>
          <a:r>
            <a:rPr lang="en-US"/>
            <a:t>• Stores data in cloud databases.</a:t>
          </a:r>
        </a:p>
      </dgm:t>
    </dgm:pt>
    <dgm:pt modelId="{076C5668-5133-4658-84C0-88DC269FF600}" type="parTrans" cxnId="{67A4E17A-4FB7-443C-A2DF-24F7D5E974F4}">
      <dgm:prSet/>
      <dgm:spPr/>
      <dgm:t>
        <a:bodyPr/>
        <a:lstStyle/>
        <a:p>
          <a:endParaRPr lang="en-US"/>
        </a:p>
      </dgm:t>
    </dgm:pt>
    <dgm:pt modelId="{5B7A2E5F-B4F2-4D70-A25B-3C6652A3CCE5}" type="sibTrans" cxnId="{67A4E17A-4FB7-443C-A2DF-24F7D5E974F4}">
      <dgm:prSet/>
      <dgm:spPr/>
      <dgm:t>
        <a:bodyPr/>
        <a:lstStyle/>
        <a:p>
          <a:endParaRPr lang="en-US"/>
        </a:p>
      </dgm:t>
    </dgm:pt>
    <dgm:pt modelId="{633BF421-03C4-4876-9D9F-C284FE6F4074}">
      <dgm:prSet/>
      <dgm:spPr/>
      <dgm:t>
        <a:bodyPr/>
        <a:lstStyle/>
        <a:p>
          <a:r>
            <a:rPr lang="en-US"/>
            <a:t>• Machine learning analyzes food intake and health metrics.</a:t>
          </a:r>
        </a:p>
      </dgm:t>
    </dgm:pt>
    <dgm:pt modelId="{988AE131-12AB-4739-958F-C1F79078548A}" type="parTrans" cxnId="{6C8A365A-617B-49B8-B7CE-9B72A5A5AE04}">
      <dgm:prSet/>
      <dgm:spPr/>
      <dgm:t>
        <a:bodyPr/>
        <a:lstStyle/>
        <a:p>
          <a:endParaRPr lang="en-US"/>
        </a:p>
      </dgm:t>
    </dgm:pt>
    <dgm:pt modelId="{92F10BD4-A3D5-4CF2-A64C-2A752F8AF14D}" type="sibTrans" cxnId="{6C8A365A-617B-49B8-B7CE-9B72A5A5AE04}">
      <dgm:prSet/>
      <dgm:spPr/>
      <dgm:t>
        <a:bodyPr/>
        <a:lstStyle/>
        <a:p>
          <a:endParaRPr lang="en-US"/>
        </a:p>
      </dgm:t>
    </dgm:pt>
    <dgm:pt modelId="{DF2C06A1-0480-4E5E-AEB2-5222CD140D57}">
      <dgm:prSet/>
      <dgm:spPr/>
      <dgm:t>
        <a:bodyPr/>
        <a:lstStyle/>
        <a:p>
          <a:r>
            <a:rPr lang="en-US"/>
            <a:t>• Mobile sensors track physical activity.</a:t>
          </a:r>
        </a:p>
      </dgm:t>
    </dgm:pt>
    <dgm:pt modelId="{732AE1AF-94FE-496D-83D8-79F97E6633F3}" type="parTrans" cxnId="{BE4C3B11-35B2-4A54-BC07-F56AF88BDCC1}">
      <dgm:prSet/>
      <dgm:spPr/>
      <dgm:t>
        <a:bodyPr/>
        <a:lstStyle/>
        <a:p>
          <a:endParaRPr lang="en-US"/>
        </a:p>
      </dgm:t>
    </dgm:pt>
    <dgm:pt modelId="{5D08168C-DDF1-437B-A6C9-404D91F4E66F}" type="sibTrans" cxnId="{BE4C3B11-35B2-4A54-BC07-F56AF88BDCC1}">
      <dgm:prSet/>
      <dgm:spPr/>
      <dgm:t>
        <a:bodyPr/>
        <a:lstStyle/>
        <a:p>
          <a:endParaRPr lang="en-US"/>
        </a:p>
      </dgm:t>
    </dgm:pt>
    <dgm:pt modelId="{7400BF7F-0CA4-43C8-A62D-CBA1F7BFF30C}" type="pres">
      <dgm:prSet presAssocID="{D99BF7AA-F140-4492-988C-64CF44C22AF6}" presName="root" presStyleCnt="0">
        <dgm:presLayoutVars>
          <dgm:dir/>
          <dgm:resizeHandles val="exact"/>
        </dgm:presLayoutVars>
      </dgm:prSet>
      <dgm:spPr/>
    </dgm:pt>
    <dgm:pt modelId="{5353B671-3041-4057-9911-4402201E9473}" type="pres">
      <dgm:prSet presAssocID="{C3693BE4-18AC-4E1C-8579-324153CDBD7D}" presName="compNode" presStyleCnt="0"/>
      <dgm:spPr/>
    </dgm:pt>
    <dgm:pt modelId="{B17E43AB-1930-4E90-B9B4-C76CB17426D4}" type="pres">
      <dgm:prSet presAssocID="{C3693BE4-18AC-4E1C-8579-324153CDBD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F703D8F-6E07-4199-A665-015AAFFFC119}" type="pres">
      <dgm:prSet presAssocID="{C3693BE4-18AC-4E1C-8579-324153CDBD7D}" presName="spaceRect" presStyleCnt="0"/>
      <dgm:spPr/>
    </dgm:pt>
    <dgm:pt modelId="{78A02355-BFFD-462A-919C-09F1C2A19578}" type="pres">
      <dgm:prSet presAssocID="{C3693BE4-18AC-4E1C-8579-324153CDBD7D}" presName="textRect" presStyleLbl="revTx" presStyleIdx="0" presStyleCnt="3">
        <dgm:presLayoutVars>
          <dgm:chMax val="1"/>
          <dgm:chPref val="1"/>
        </dgm:presLayoutVars>
      </dgm:prSet>
      <dgm:spPr/>
    </dgm:pt>
    <dgm:pt modelId="{D80B1E2D-1FB8-4148-B1B5-C12788C3458F}" type="pres">
      <dgm:prSet presAssocID="{5B7A2E5F-B4F2-4D70-A25B-3C6652A3CCE5}" presName="sibTrans" presStyleCnt="0"/>
      <dgm:spPr/>
    </dgm:pt>
    <dgm:pt modelId="{AFD6D819-82C2-4BBE-840F-E4283EEFE98B}" type="pres">
      <dgm:prSet presAssocID="{633BF421-03C4-4876-9D9F-C284FE6F4074}" presName="compNode" presStyleCnt="0"/>
      <dgm:spPr/>
    </dgm:pt>
    <dgm:pt modelId="{CB2A2EE0-8AEA-404E-B647-A520652DCAA1}" type="pres">
      <dgm:prSet presAssocID="{633BF421-03C4-4876-9D9F-C284FE6F40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sta"/>
        </a:ext>
      </dgm:extLst>
    </dgm:pt>
    <dgm:pt modelId="{1384E751-5E96-4AF6-821E-0D57C1B923F0}" type="pres">
      <dgm:prSet presAssocID="{633BF421-03C4-4876-9D9F-C284FE6F4074}" presName="spaceRect" presStyleCnt="0"/>
      <dgm:spPr/>
    </dgm:pt>
    <dgm:pt modelId="{169FCB89-73D1-4CCC-8986-8FE69C8311DE}" type="pres">
      <dgm:prSet presAssocID="{633BF421-03C4-4876-9D9F-C284FE6F4074}" presName="textRect" presStyleLbl="revTx" presStyleIdx="1" presStyleCnt="3">
        <dgm:presLayoutVars>
          <dgm:chMax val="1"/>
          <dgm:chPref val="1"/>
        </dgm:presLayoutVars>
      </dgm:prSet>
      <dgm:spPr/>
    </dgm:pt>
    <dgm:pt modelId="{AA2A577F-38BD-498B-A91D-9860B18D29CF}" type="pres">
      <dgm:prSet presAssocID="{92F10BD4-A3D5-4CF2-A64C-2A752F8AF14D}" presName="sibTrans" presStyleCnt="0"/>
      <dgm:spPr/>
    </dgm:pt>
    <dgm:pt modelId="{68CC9088-9C41-44BC-9760-E03A07C80979}" type="pres">
      <dgm:prSet presAssocID="{DF2C06A1-0480-4E5E-AEB2-5222CD140D57}" presName="compNode" presStyleCnt="0"/>
      <dgm:spPr/>
    </dgm:pt>
    <dgm:pt modelId="{0FCAF71D-02CD-4F06-A19E-23D91F3FEDDD}" type="pres">
      <dgm:prSet presAssocID="{DF2C06A1-0480-4E5E-AEB2-5222CD140D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216B80EE-4095-4E23-AF1D-63E44EB6F525}" type="pres">
      <dgm:prSet presAssocID="{DF2C06A1-0480-4E5E-AEB2-5222CD140D57}" presName="spaceRect" presStyleCnt="0"/>
      <dgm:spPr/>
    </dgm:pt>
    <dgm:pt modelId="{19532155-F176-48BA-8F3D-F49D89889589}" type="pres">
      <dgm:prSet presAssocID="{DF2C06A1-0480-4E5E-AEB2-5222CD140D5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C383510-974F-445D-A781-2A3AC2BFD27D}" type="presOf" srcId="{C3693BE4-18AC-4E1C-8579-324153CDBD7D}" destId="{78A02355-BFFD-462A-919C-09F1C2A19578}" srcOrd="0" destOrd="0" presId="urn:microsoft.com/office/officeart/2018/2/layout/IconLabelList"/>
    <dgm:cxn modelId="{BE4C3B11-35B2-4A54-BC07-F56AF88BDCC1}" srcId="{D99BF7AA-F140-4492-988C-64CF44C22AF6}" destId="{DF2C06A1-0480-4E5E-AEB2-5222CD140D57}" srcOrd="2" destOrd="0" parTransId="{732AE1AF-94FE-496D-83D8-79F97E6633F3}" sibTransId="{5D08168C-DDF1-437B-A6C9-404D91F4E66F}"/>
    <dgm:cxn modelId="{2F0AB950-8C9C-45A8-A299-2309A7752033}" type="presOf" srcId="{DF2C06A1-0480-4E5E-AEB2-5222CD140D57}" destId="{19532155-F176-48BA-8F3D-F49D89889589}" srcOrd="0" destOrd="0" presId="urn:microsoft.com/office/officeart/2018/2/layout/IconLabelList"/>
    <dgm:cxn modelId="{6C8A365A-617B-49B8-B7CE-9B72A5A5AE04}" srcId="{D99BF7AA-F140-4492-988C-64CF44C22AF6}" destId="{633BF421-03C4-4876-9D9F-C284FE6F4074}" srcOrd="1" destOrd="0" parTransId="{988AE131-12AB-4739-958F-C1F79078548A}" sibTransId="{92F10BD4-A3D5-4CF2-A64C-2A752F8AF14D}"/>
    <dgm:cxn modelId="{67A4E17A-4FB7-443C-A2DF-24F7D5E974F4}" srcId="{D99BF7AA-F140-4492-988C-64CF44C22AF6}" destId="{C3693BE4-18AC-4E1C-8579-324153CDBD7D}" srcOrd="0" destOrd="0" parTransId="{076C5668-5133-4658-84C0-88DC269FF600}" sibTransId="{5B7A2E5F-B4F2-4D70-A25B-3C6652A3CCE5}"/>
    <dgm:cxn modelId="{6C02179B-9FC7-47E1-BE4C-3BE5F6BDC7A0}" type="presOf" srcId="{633BF421-03C4-4876-9D9F-C284FE6F4074}" destId="{169FCB89-73D1-4CCC-8986-8FE69C8311DE}" srcOrd="0" destOrd="0" presId="urn:microsoft.com/office/officeart/2018/2/layout/IconLabelList"/>
    <dgm:cxn modelId="{C7A138D2-7A3E-4948-AF61-B2153E9A356D}" type="presOf" srcId="{D99BF7AA-F140-4492-988C-64CF44C22AF6}" destId="{7400BF7F-0CA4-43C8-A62D-CBA1F7BFF30C}" srcOrd="0" destOrd="0" presId="urn:microsoft.com/office/officeart/2018/2/layout/IconLabelList"/>
    <dgm:cxn modelId="{19344332-5430-4619-8C99-254A40DAD5D7}" type="presParOf" srcId="{7400BF7F-0CA4-43C8-A62D-CBA1F7BFF30C}" destId="{5353B671-3041-4057-9911-4402201E9473}" srcOrd="0" destOrd="0" presId="urn:microsoft.com/office/officeart/2018/2/layout/IconLabelList"/>
    <dgm:cxn modelId="{38FC4D02-7AEC-4E7A-9B73-10EE7E9E5AB6}" type="presParOf" srcId="{5353B671-3041-4057-9911-4402201E9473}" destId="{B17E43AB-1930-4E90-B9B4-C76CB17426D4}" srcOrd="0" destOrd="0" presId="urn:microsoft.com/office/officeart/2018/2/layout/IconLabelList"/>
    <dgm:cxn modelId="{DE161742-F15C-4AB1-A3AA-46C02A68646F}" type="presParOf" srcId="{5353B671-3041-4057-9911-4402201E9473}" destId="{5F703D8F-6E07-4199-A665-015AAFFFC119}" srcOrd="1" destOrd="0" presId="urn:microsoft.com/office/officeart/2018/2/layout/IconLabelList"/>
    <dgm:cxn modelId="{04CDB416-5106-4679-87D1-4F4E4615E6D8}" type="presParOf" srcId="{5353B671-3041-4057-9911-4402201E9473}" destId="{78A02355-BFFD-462A-919C-09F1C2A19578}" srcOrd="2" destOrd="0" presId="urn:microsoft.com/office/officeart/2018/2/layout/IconLabelList"/>
    <dgm:cxn modelId="{4E7AB905-6536-4A20-8B28-678F8946AA37}" type="presParOf" srcId="{7400BF7F-0CA4-43C8-A62D-CBA1F7BFF30C}" destId="{D80B1E2D-1FB8-4148-B1B5-C12788C3458F}" srcOrd="1" destOrd="0" presId="urn:microsoft.com/office/officeart/2018/2/layout/IconLabelList"/>
    <dgm:cxn modelId="{384F0EF1-BD02-4C0D-B0B7-591F2675DCAD}" type="presParOf" srcId="{7400BF7F-0CA4-43C8-A62D-CBA1F7BFF30C}" destId="{AFD6D819-82C2-4BBE-840F-E4283EEFE98B}" srcOrd="2" destOrd="0" presId="urn:microsoft.com/office/officeart/2018/2/layout/IconLabelList"/>
    <dgm:cxn modelId="{C43E4238-9C1F-4ECE-A8FF-8236492D755F}" type="presParOf" srcId="{AFD6D819-82C2-4BBE-840F-E4283EEFE98B}" destId="{CB2A2EE0-8AEA-404E-B647-A520652DCAA1}" srcOrd="0" destOrd="0" presId="urn:microsoft.com/office/officeart/2018/2/layout/IconLabelList"/>
    <dgm:cxn modelId="{3C6C8253-FA2F-41E7-844E-E239194C89B3}" type="presParOf" srcId="{AFD6D819-82C2-4BBE-840F-E4283EEFE98B}" destId="{1384E751-5E96-4AF6-821E-0D57C1B923F0}" srcOrd="1" destOrd="0" presId="urn:microsoft.com/office/officeart/2018/2/layout/IconLabelList"/>
    <dgm:cxn modelId="{ABF6E19F-76C1-4787-A80E-662814D7E863}" type="presParOf" srcId="{AFD6D819-82C2-4BBE-840F-E4283EEFE98B}" destId="{169FCB89-73D1-4CCC-8986-8FE69C8311DE}" srcOrd="2" destOrd="0" presId="urn:microsoft.com/office/officeart/2018/2/layout/IconLabelList"/>
    <dgm:cxn modelId="{675342C3-4F1F-437F-8DDF-431E9A44CE6A}" type="presParOf" srcId="{7400BF7F-0CA4-43C8-A62D-CBA1F7BFF30C}" destId="{AA2A577F-38BD-498B-A91D-9860B18D29CF}" srcOrd="3" destOrd="0" presId="urn:microsoft.com/office/officeart/2018/2/layout/IconLabelList"/>
    <dgm:cxn modelId="{DE467F3C-9083-441D-AF39-C97161460816}" type="presParOf" srcId="{7400BF7F-0CA4-43C8-A62D-CBA1F7BFF30C}" destId="{68CC9088-9C41-44BC-9760-E03A07C80979}" srcOrd="4" destOrd="0" presId="urn:microsoft.com/office/officeart/2018/2/layout/IconLabelList"/>
    <dgm:cxn modelId="{5283749F-B345-4D93-A4BB-5BC2B0D16F30}" type="presParOf" srcId="{68CC9088-9C41-44BC-9760-E03A07C80979}" destId="{0FCAF71D-02CD-4F06-A19E-23D91F3FEDDD}" srcOrd="0" destOrd="0" presId="urn:microsoft.com/office/officeart/2018/2/layout/IconLabelList"/>
    <dgm:cxn modelId="{1D1CFEFD-2E0C-47CA-8CAB-CBBE90566ABD}" type="presParOf" srcId="{68CC9088-9C41-44BC-9760-E03A07C80979}" destId="{216B80EE-4095-4E23-AF1D-63E44EB6F525}" srcOrd="1" destOrd="0" presId="urn:microsoft.com/office/officeart/2018/2/layout/IconLabelList"/>
    <dgm:cxn modelId="{87850ED3-310D-40DD-9EA0-01C28EF12A8C}" type="presParOf" srcId="{68CC9088-9C41-44BC-9760-E03A07C80979}" destId="{19532155-F176-48BA-8F3D-F49D898895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7D5B13-84FD-489B-B6AD-2470EC2DCEB2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E7F396-956B-4BE6-A399-D139C5EEEA7A}">
      <dgm:prSet/>
      <dgm:spPr/>
      <dgm:t>
        <a:bodyPr/>
        <a:lstStyle/>
        <a:p>
          <a:r>
            <a:rPr lang="en-US"/>
            <a:t>• AI integration for advanced nutritional and health suggestions.</a:t>
          </a:r>
        </a:p>
      </dgm:t>
    </dgm:pt>
    <dgm:pt modelId="{49E3A7AE-F4C3-46D9-A561-A7E62D704059}" type="parTrans" cxnId="{3C73CF03-C8EE-47D3-8B0F-D991543CBBF9}">
      <dgm:prSet/>
      <dgm:spPr/>
      <dgm:t>
        <a:bodyPr/>
        <a:lstStyle/>
        <a:p>
          <a:endParaRPr lang="en-US"/>
        </a:p>
      </dgm:t>
    </dgm:pt>
    <dgm:pt modelId="{42745153-29D8-447A-AB76-F4C59BF944C8}" type="sibTrans" cxnId="{3C73CF03-C8EE-47D3-8B0F-D991543CBBF9}">
      <dgm:prSet/>
      <dgm:spPr/>
      <dgm:t>
        <a:bodyPr/>
        <a:lstStyle/>
        <a:p>
          <a:endParaRPr lang="en-US"/>
        </a:p>
      </dgm:t>
    </dgm:pt>
    <dgm:pt modelId="{7F22295A-F98D-4314-B4A2-35F75B9AAD0A}">
      <dgm:prSet/>
      <dgm:spPr/>
      <dgm:t>
        <a:bodyPr/>
        <a:lstStyle/>
        <a:p>
          <a:r>
            <a:rPr lang="en-US"/>
            <a:t>• Support for wearable devices like Fitbit for enhanced health tracking.</a:t>
          </a:r>
        </a:p>
      </dgm:t>
    </dgm:pt>
    <dgm:pt modelId="{38D23D27-9DAA-4261-998A-143AAF7EB2CA}" type="parTrans" cxnId="{8EFAA70B-507A-442B-8AE7-31B61D62F9CA}">
      <dgm:prSet/>
      <dgm:spPr/>
      <dgm:t>
        <a:bodyPr/>
        <a:lstStyle/>
        <a:p>
          <a:endParaRPr lang="en-US"/>
        </a:p>
      </dgm:t>
    </dgm:pt>
    <dgm:pt modelId="{04FD8BE8-7081-4FA1-9F4A-1DC8F81C7C20}" type="sibTrans" cxnId="{8EFAA70B-507A-442B-8AE7-31B61D62F9CA}">
      <dgm:prSet/>
      <dgm:spPr/>
      <dgm:t>
        <a:bodyPr/>
        <a:lstStyle/>
        <a:p>
          <a:endParaRPr lang="en-US"/>
        </a:p>
      </dgm:t>
    </dgm:pt>
    <dgm:pt modelId="{7CEE9184-9FC3-4517-870F-221F2DCEB17D}" type="pres">
      <dgm:prSet presAssocID="{5C7D5B13-84FD-489B-B6AD-2470EC2DCEB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D8BEDA-2D54-494B-9C71-27051F3C02CD}" type="pres">
      <dgm:prSet presAssocID="{ECE7F396-956B-4BE6-A399-D139C5EEEA7A}" presName="hierRoot1" presStyleCnt="0"/>
      <dgm:spPr/>
    </dgm:pt>
    <dgm:pt modelId="{0AF9018C-1F8E-4ED6-9639-EC4AD0F56271}" type="pres">
      <dgm:prSet presAssocID="{ECE7F396-956B-4BE6-A399-D139C5EEEA7A}" presName="composite" presStyleCnt="0"/>
      <dgm:spPr/>
    </dgm:pt>
    <dgm:pt modelId="{61456D85-1A20-44DF-A9A1-A569D5924C8C}" type="pres">
      <dgm:prSet presAssocID="{ECE7F396-956B-4BE6-A399-D139C5EEEA7A}" presName="background" presStyleLbl="node0" presStyleIdx="0" presStyleCnt="2"/>
      <dgm:spPr/>
    </dgm:pt>
    <dgm:pt modelId="{444E22AC-B825-4496-A520-8192340AE9CB}" type="pres">
      <dgm:prSet presAssocID="{ECE7F396-956B-4BE6-A399-D139C5EEEA7A}" presName="text" presStyleLbl="fgAcc0" presStyleIdx="0" presStyleCnt="2">
        <dgm:presLayoutVars>
          <dgm:chPref val="3"/>
        </dgm:presLayoutVars>
      </dgm:prSet>
      <dgm:spPr/>
    </dgm:pt>
    <dgm:pt modelId="{0D81AA8E-A320-4C59-9F68-119C92A70E1B}" type="pres">
      <dgm:prSet presAssocID="{ECE7F396-956B-4BE6-A399-D139C5EEEA7A}" presName="hierChild2" presStyleCnt="0"/>
      <dgm:spPr/>
    </dgm:pt>
    <dgm:pt modelId="{5DFA52D5-61DD-4CB1-B159-31C53932731B}" type="pres">
      <dgm:prSet presAssocID="{7F22295A-F98D-4314-B4A2-35F75B9AAD0A}" presName="hierRoot1" presStyleCnt="0"/>
      <dgm:spPr/>
    </dgm:pt>
    <dgm:pt modelId="{21001A4E-F54C-4A7D-A3E0-99F8CF5C1D09}" type="pres">
      <dgm:prSet presAssocID="{7F22295A-F98D-4314-B4A2-35F75B9AAD0A}" presName="composite" presStyleCnt="0"/>
      <dgm:spPr/>
    </dgm:pt>
    <dgm:pt modelId="{E2D76F53-3EBB-40EE-945D-0FAA3442B3D4}" type="pres">
      <dgm:prSet presAssocID="{7F22295A-F98D-4314-B4A2-35F75B9AAD0A}" presName="background" presStyleLbl="node0" presStyleIdx="1" presStyleCnt="2"/>
      <dgm:spPr/>
    </dgm:pt>
    <dgm:pt modelId="{98406B6B-99EC-4BC4-9F3C-CF52CF095C4A}" type="pres">
      <dgm:prSet presAssocID="{7F22295A-F98D-4314-B4A2-35F75B9AAD0A}" presName="text" presStyleLbl="fgAcc0" presStyleIdx="1" presStyleCnt="2">
        <dgm:presLayoutVars>
          <dgm:chPref val="3"/>
        </dgm:presLayoutVars>
      </dgm:prSet>
      <dgm:spPr/>
    </dgm:pt>
    <dgm:pt modelId="{3FC26240-014F-478A-B766-91FC2D83D67A}" type="pres">
      <dgm:prSet presAssocID="{7F22295A-F98D-4314-B4A2-35F75B9AAD0A}" presName="hierChild2" presStyleCnt="0"/>
      <dgm:spPr/>
    </dgm:pt>
  </dgm:ptLst>
  <dgm:cxnLst>
    <dgm:cxn modelId="{3C73CF03-C8EE-47D3-8B0F-D991543CBBF9}" srcId="{5C7D5B13-84FD-489B-B6AD-2470EC2DCEB2}" destId="{ECE7F396-956B-4BE6-A399-D139C5EEEA7A}" srcOrd="0" destOrd="0" parTransId="{49E3A7AE-F4C3-46D9-A561-A7E62D704059}" sibTransId="{42745153-29D8-447A-AB76-F4C59BF944C8}"/>
    <dgm:cxn modelId="{8EFAA70B-507A-442B-8AE7-31B61D62F9CA}" srcId="{5C7D5B13-84FD-489B-B6AD-2470EC2DCEB2}" destId="{7F22295A-F98D-4314-B4A2-35F75B9AAD0A}" srcOrd="1" destOrd="0" parTransId="{38D23D27-9DAA-4261-998A-143AAF7EB2CA}" sibTransId="{04FD8BE8-7081-4FA1-9F4A-1DC8F81C7C20}"/>
    <dgm:cxn modelId="{1B06D245-5247-4316-92D7-5E8BA8E25D53}" type="presOf" srcId="{ECE7F396-956B-4BE6-A399-D139C5EEEA7A}" destId="{444E22AC-B825-4496-A520-8192340AE9CB}" srcOrd="0" destOrd="0" presId="urn:microsoft.com/office/officeart/2005/8/layout/hierarchy1"/>
    <dgm:cxn modelId="{73568A4F-FDC4-4AC2-BB2F-5559E2365BF5}" type="presOf" srcId="{7F22295A-F98D-4314-B4A2-35F75B9AAD0A}" destId="{98406B6B-99EC-4BC4-9F3C-CF52CF095C4A}" srcOrd="0" destOrd="0" presId="urn:microsoft.com/office/officeart/2005/8/layout/hierarchy1"/>
    <dgm:cxn modelId="{E118B9AC-2D96-46AA-997A-82C92F517B00}" type="presOf" srcId="{5C7D5B13-84FD-489B-B6AD-2470EC2DCEB2}" destId="{7CEE9184-9FC3-4517-870F-221F2DCEB17D}" srcOrd="0" destOrd="0" presId="urn:microsoft.com/office/officeart/2005/8/layout/hierarchy1"/>
    <dgm:cxn modelId="{6F43B34E-0ACC-4C9B-B896-D9C1BF6DE3A8}" type="presParOf" srcId="{7CEE9184-9FC3-4517-870F-221F2DCEB17D}" destId="{48D8BEDA-2D54-494B-9C71-27051F3C02CD}" srcOrd="0" destOrd="0" presId="urn:microsoft.com/office/officeart/2005/8/layout/hierarchy1"/>
    <dgm:cxn modelId="{3A77A152-C9C6-4763-AC2E-D1E609063AFC}" type="presParOf" srcId="{48D8BEDA-2D54-494B-9C71-27051F3C02CD}" destId="{0AF9018C-1F8E-4ED6-9639-EC4AD0F56271}" srcOrd="0" destOrd="0" presId="urn:microsoft.com/office/officeart/2005/8/layout/hierarchy1"/>
    <dgm:cxn modelId="{375D0DBD-6B82-4942-8569-1A05D56640EE}" type="presParOf" srcId="{0AF9018C-1F8E-4ED6-9639-EC4AD0F56271}" destId="{61456D85-1A20-44DF-A9A1-A569D5924C8C}" srcOrd="0" destOrd="0" presId="urn:microsoft.com/office/officeart/2005/8/layout/hierarchy1"/>
    <dgm:cxn modelId="{0355C279-4AA6-4F8B-97F9-56F10C4237E8}" type="presParOf" srcId="{0AF9018C-1F8E-4ED6-9639-EC4AD0F56271}" destId="{444E22AC-B825-4496-A520-8192340AE9CB}" srcOrd="1" destOrd="0" presId="urn:microsoft.com/office/officeart/2005/8/layout/hierarchy1"/>
    <dgm:cxn modelId="{5A5F4153-DA66-44FF-9A53-91C748C9E15F}" type="presParOf" srcId="{48D8BEDA-2D54-494B-9C71-27051F3C02CD}" destId="{0D81AA8E-A320-4C59-9F68-119C92A70E1B}" srcOrd="1" destOrd="0" presId="urn:microsoft.com/office/officeart/2005/8/layout/hierarchy1"/>
    <dgm:cxn modelId="{D83E50CE-8758-41F8-A84C-A080AC15A9D5}" type="presParOf" srcId="{7CEE9184-9FC3-4517-870F-221F2DCEB17D}" destId="{5DFA52D5-61DD-4CB1-B159-31C53932731B}" srcOrd="1" destOrd="0" presId="urn:microsoft.com/office/officeart/2005/8/layout/hierarchy1"/>
    <dgm:cxn modelId="{FDAE792D-3774-4CE5-8F6E-73593D7917B8}" type="presParOf" srcId="{5DFA52D5-61DD-4CB1-B159-31C53932731B}" destId="{21001A4E-F54C-4A7D-A3E0-99F8CF5C1D09}" srcOrd="0" destOrd="0" presId="urn:microsoft.com/office/officeart/2005/8/layout/hierarchy1"/>
    <dgm:cxn modelId="{256D5530-893A-4D1D-AB06-453075F0531E}" type="presParOf" srcId="{21001A4E-F54C-4A7D-A3E0-99F8CF5C1D09}" destId="{E2D76F53-3EBB-40EE-945D-0FAA3442B3D4}" srcOrd="0" destOrd="0" presId="urn:microsoft.com/office/officeart/2005/8/layout/hierarchy1"/>
    <dgm:cxn modelId="{9453E72C-7F7C-4F81-A110-C6BF2195105B}" type="presParOf" srcId="{21001A4E-F54C-4A7D-A3E0-99F8CF5C1D09}" destId="{98406B6B-99EC-4BC4-9F3C-CF52CF095C4A}" srcOrd="1" destOrd="0" presId="urn:microsoft.com/office/officeart/2005/8/layout/hierarchy1"/>
    <dgm:cxn modelId="{2E41958C-C232-4566-8781-C88A41549AC8}" type="presParOf" srcId="{5DFA52D5-61DD-4CB1-B159-31C53932731B}" destId="{3FC26240-014F-478A-B766-91FC2D83D6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6ECCE-CDD8-421B-ABBC-BF3DEDD686B8}">
      <dsp:nvSpPr>
        <dsp:cNvPr id="0" name=""/>
        <dsp:cNvSpPr/>
      </dsp:nvSpPr>
      <dsp:spPr>
        <a:xfrm>
          <a:off x="1009209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D9EDF-64A3-4555-B034-50C8DCC58297}">
      <dsp:nvSpPr>
        <dsp:cNvPr id="0" name=""/>
        <dsp:cNvSpPr/>
      </dsp:nvSpPr>
      <dsp:spPr>
        <a:xfrm>
          <a:off x="16115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Tracks steps, provides exercise routines, and offers monthly step contests for users to win rewards.</a:t>
          </a:r>
        </a:p>
      </dsp:txBody>
      <dsp:txXfrm>
        <a:off x="16115" y="2835228"/>
        <a:ext cx="3611250" cy="720000"/>
      </dsp:txXfrm>
    </dsp:sp>
    <dsp:sp modelId="{7996E657-F848-4C75-ACC2-207FDAD173F6}">
      <dsp:nvSpPr>
        <dsp:cNvPr id="0" name=""/>
        <dsp:cNvSpPr/>
      </dsp:nvSpPr>
      <dsp:spPr>
        <a:xfrm>
          <a:off x="5252428" y="796109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BAE41-6F5D-4454-BED5-7FECB752AF4B}">
      <dsp:nvSpPr>
        <dsp:cNvPr id="0" name=""/>
        <dsp:cNvSpPr/>
      </dsp:nvSpPr>
      <dsp:spPr>
        <a:xfrm>
          <a:off x="4259334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Utilizes mobile sensors to track physical activity.</a:t>
          </a:r>
        </a:p>
      </dsp:txBody>
      <dsp:txXfrm>
        <a:off x="4259334" y="2835228"/>
        <a:ext cx="361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E43AB-1930-4E90-B9B4-C76CB17426D4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02355-BFFD-462A-919C-09F1C2A19578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Stores data in cloud databases.</a:t>
          </a:r>
        </a:p>
      </dsp:txBody>
      <dsp:txXfrm>
        <a:off x="291148" y="2456435"/>
        <a:ext cx="2180418" cy="720000"/>
      </dsp:txXfrm>
    </dsp:sp>
    <dsp:sp modelId="{CB2A2EE0-8AEA-404E-B647-A520652DCAA1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FCB89-73D1-4CCC-8986-8FE69C8311DE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Machine learning analyzes food intake and health metrics.</a:t>
          </a:r>
        </a:p>
      </dsp:txBody>
      <dsp:txXfrm>
        <a:off x="2853140" y="2456435"/>
        <a:ext cx="2180418" cy="720000"/>
      </dsp:txXfrm>
    </dsp:sp>
    <dsp:sp modelId="{0FCAF71D-02CD-4F06-A19E-23D91F3FEDDD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32155-F176-48BA-8F3D-F49D89889589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Mobile sensors track physical activity.</a:t>
          </a:r>
        </a:p>
      </dsp:txBody>
      <dsp:txXfrm>
        <a:off x="5415132" y="2456435"/>
        <a:ext cx="218041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56D85-1A20-44DF-A9A1-A569D5924C8C}">
      <dsp:nvSpPr>
        <dsp:cNvPr id="0" name=""/>
        <dsp:cNvSpPr/>
      </dsp:nvSpPr>
      <dsp:spPr>
        <a:xfrm>
          <a:off x="493" y="1534616"/>
          <a:ext cx="1731274" cy="10993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44E22AC-B825-4496-A520-8192340AE9CB}">
      <dsp:nvSpPr>
        <dsp:cNvPr id="0" name=""/>
        <dsp:cNvSpPr/>
      </dsp:nvSpPr>
      <dsp:spPr>
        <a:xfrm>
          <a:off x="192857" y="1717362"/>
          <a:ext cx="1731274" cy="1099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AI integration for advanced nutritional and health suggestions.</a:t>
          </a:r>
        </a:p>
      </dsp:txBody>
      <dsp:txXfrm>
        <a:off x="225056" y="1749561"/>
        <a:ext cx="1666876" cy="1034961"/>
      </dsp:txXfrm>
    </dsp:sp>
    <dsp:sp modelId="{E2D76F53-3EBB-40EE-945D-0FAA3442B3D4}">
      <dsp:nvSpPr>
        <dsp:cNvPr id="0" name=""/>
        <dsp:cNvSpPr/>
      </dsp:nvSpPr>
      <dsp:spPr>
        <a:xfrm>
          <a:off x="2116494" y="1534616"/>
          <a:ext cx="1731274" cy="10993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8406B6B-99EC-4BC4-9F3C-CF52CF095C4A}">
      <dsp:nvSpPr>
        <dsp:cNvPr id="0" name=""/>
        <dsp:cNvSpPr/>
      </dsp:nvSpPr>
      <dsp:spPr>
        <a:xfrm>
          <a:off x="2308858" y="1717362"/>
          <a:ext cx="1731274" cy="10993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Support for wearable devices like Fitbit for enhanced health tracking.</a:t>
          </a:r>
        </a:p>
      </dsp:txBody>
      <dsp:txXfrm>
        <a:off x="2341057" y="1749561"/>
        <a:ext cx="1666876" cy="1034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C8630-73C9-E335-3BDF-3D85BF8D93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0436" r="1967" b="1"/>
          <a:stretch/>
        </p:blipFill>
        <p:spPr>
          <a:xfrm>
            <a:off x="3410952" y="-5"/>
            <a:ext cx="5733047" cy="3681406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9D5F596-3362-3725-ED07-8F51414CD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04" r="-1" b="2152"/>
          <a:stretch/>
        </p:blipFill>
        <p:spPr bwMode="auto">
          <a:xfrm>
            <a:off x="3410953" y="3681409"/>
            <a:ext cx="5733047" cy="317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115219"/>
            <a:ext cx="4046934" cy="238760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>
                <a:solidFill>
                  <a:schemeClr val="bg1"/>
                </a:solidFill>
              </a:rPr>
              <a:t>Nutri-Connect: A Comprehensive Nutrition and Health Tracking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3902075"/>
            <a:ext cx="4046934" cy="1655762"/>
          </a:xfrm>
        </p:spPr>
        <p:txBody>
          <a:bodyPr>
            <a:normAutofit/>
          </a:bodyPr>
          <a:lstStyle/>
          <a:p>
            <a:pPr algn="l"/>
            <a:r>
              <a:rPr lang="fr-FR" sz="1700" dirty="0">
                <a:solidFill>
                  <a:schemeClr val="bg1"/>
                </a:solidFill>
              </a:rPr>
              <a:t>Prototype Présentation</a:t>
            </a:r>
          </a:p>
          <a:p>
            <a:pPr algn="l"/>
            <a:endParaRPr lang="fr-FR" sz="1700" dirty="0">
              <a:solidFill>
                <a:schemeClr val="bg1"/>
              </a:solidFill>
            </a:endParaRPr>
          </a:p>
          <a:p>
            <a:pPr algn="l"/>
            <a:endParaRPr lang="fr-FR" sz="1700" dirty="0">
              <a:solidFill>
                <a:schemeClr val="bg1"/>
              </a:solidFill>
            </a:endParaRPr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3681408"/>
            <a:ext cx="851534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8B444EF-65AB-0896-A742-8088B06DA767}"/>
              </a:ext>
            </a:extLst>
          </p:cNvPr>
          <p:cNvSpPr txBox="1">
            <a:spLocks/>
          </p:cNvSpPr>
          <p:nvPr/>
        </p:nvSpPr>
        <p:spPr>
          <a:xfrm>
            <a:off x="-8155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ED052D-17C0-490F-B663-52B02C8A5315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29A6E-D9F2-3F31-8687-7783A22342EA}"/>
              </a:ext>
            </a:extLst>
          </p:cNvPr>
          <p:cNvSpPr txBox="1"/>
          <p:nvPr/>
        </p:nvSpPr>
        <p:spPr>
          <a:xfrm>
            <a:off x="1311121" y="235401"/>
            <a:ext cx="6098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</a:rPr>
              <a:t>TEAM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7023EB-E6CD-7DF7-B344-111B8A46F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23477"/>
              </p:ext>
            </p:extLst>
          </p:nvPr>
        </p:nvGraphicFramePr>
        <p:xfrm>
          <a:off x="811862" y="1888239"/>
          <a:ext cx="7883340" cy="3646788"/>
        </p:xfrm>
        <a:graphic>
          <a:graphicData uri="http://schemas.openxmlformats.org/drawingml/2006/table">
            <a:tbl>
              <a:tblPr firstRow="1" firstCol="1" bandRow="1"/>
              <a:tblGrid>
                <a:gridCol w="2627780">
                  <a:extLst>
                    <a:ext uri="{9D8B030D-6E8A-4147-A177-3AD203B41FA5}">
                      <a16:colId xmlns:a16="http://schemas.microsoft.com/office/drawing/2014/main" val="1040769329"/>
                    </a:ext>
                  </a:extLst>
                </a:gridCol>
                <a:gridCol w="2627780">
                  <a:extLst>
                    <a:ext uri="{9D8B030D-6E8A-4147-A177-3AD203B41FA5}">
                      <a16:colId xmlns:a16="http://schemas.microsoft.com/office/drawing/2014/main" val="3034757616"/>
                    </a:ext>
                  </a:extLst>
                </a:gridCol>
                <a:gridCol w="2627780">
                  <a:extLst>
                    <a:ext uri="{9D8B030D-6E8A-4147-A177-3AD203B41FA5}">
                      <a16:colId xmlns:a16="http://schemas.microsoft.com/office/drawing/2014/main" val="835669851"/>
                    </a:ext>
                  </a:extLst>
                </a:gridCol>
              </a:tblGrid>
              <a:tr h="481335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400" b="1" dirty="0"/>
                        <a:t>Team Members &amp; Ideas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782208"/>
                  </a:ext>
                </a:extLst>
              </a:tr>
              <a:tr h="5103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IN" sz="2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215031"/>
                  </a:ext>
                </a:extLst>
              </a:tr>
              <a:tr h="5507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B. C</a:t>
                      </a:r>
                      <a:r>
                        <a:rPr lang="en-IN" sz="2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haran</a:t>
                      </a: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Teja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2310040035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Leader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923497"/>
                  </a:ext>
                </a:extLst>
              </a:tr>
              <a:tr h="5277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2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nush</a:t>
                      </a: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Thak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2310040029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Member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615871"/>
                  </a:ext>
                </a:extLst>
              </a:tr>
              <a:tr h="5103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 Sanju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2310040028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Member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455282"/>
                  </a:ext>
                </a:extLst>
              </a:tr>
              <a:tr h="5277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Sravya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2310040032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Member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087273"/>
                  </a:ext>
                </a:extLst>
              </a:tr>
              <a:tr h="5277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Kavyanjali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2310040033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Member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7660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548FB1-F88A-4601-18AB-14B5E7B64C81}"/>
              </a:ext>
            </a:extLst>
          </p:cNvPr>
          <p:cNvSpPr txBox="1"/>
          <p:nvPr/>
        </p:nvSpPr>
        <p:spPr>
          <a:xfrm>
            <a:off x="229718" y="1044666"/>
            <a:ext cx="6098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Section: ECE-S1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DDCD43A-4527-5A1F-5543-9CEDE045C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782" y="24124"/>
            <a:ext cx="24765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59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Introduction to Nutri-Connect</a:t>
            </a:r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Nutri-Connect is a mobile app designed to help users maintain a balanced diet, track physical activity, and solve disease-related queries.</a:t>
            </a:r>
          </a:p>
          <a:p>
            <a:pPr>
              <a:lnSpc>
                <a:spcPct val="90000"/>
              </a:lnSpc>
            </a:pPr>
            <a:r>
              <a:rPr lang="en-US" sz="2500"/>
              <a:t>Key Features include:</a:t>
            </a:r>
            <a:br>
              <a:rPr lang="en-US" sz="2500"/>
            </a:br>
            <a:r>
              <a:rPr lang="en-US" sz="2500"/>
              <a:t>- Check Item</a:t>
            </a:r>
            <a:br>
              <a:rPr lang="en-US" sz="2500"/>
            </a:br>
            <a:r>
              <a:rPr lang="en-US" sz="2500"/>
              <a:t>- Disease Solve</a:t>
            </a:r>
            <a:br>
              <a:rPr lang="en-US" sz="2500"/>
            </a:br>
            <a:r>
              <a:rPr lang="en-US" sz="2500"/>
              <a:t>- Delivery</a:t>
            </a:r>
            <a:br>
              <a:rPr lang="en-US" sz="2500"/>
            </a:br>
            <a:r>
              <a:rPr lang="en-US" sz="2500"/>
              <a:t>- Physical Health</a:t>
            </a:r>
            <a:br>
              <a:rPr lang="en-US" sz="2500"/>
            </a:br>
            <a:r>
              <a:rPr lang="en-US" sz="2500"/>
              <a:t>- Add Menu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Many users struggle with maintaining a balanced diet and tracking their physical health. Nutri-Connect aims to offer a personalized solution for healthier lifestyles.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3985"/>
            <a:ext cx="7329573" cy="6858000"/>
            <a:chOff x="1303402" y="3985"/>
            <a:chExt cx="9772765" cy="6858000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10421CB-A3DB-B5EE-A23B-9F5F49EE1581}"/>
              </a:ext>
            </a:extLst>
          </p:cNvPr>
          <p:cNvSpPr txBox="1"/>
          <p:nvPr/>
        </p:nvSpPr>
        <p:spPr>
          <a:xfrm>
            <a:off x="432619" y="334297"/>
            <a:ext cx="8563897" cy="64401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Check Item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Data Storage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You can use a cloud database (like Firebase or AWS) to store information 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about various food items and their nutritional values. When a user inputs a food item (e.g., tomato curry), 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the app queries the database to retrieve and display the associated nutrients.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API Integration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You can integrate nutrition APIs (like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Edamam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or USDA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FoodData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) to pull real-time nutrient data for different food items.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Disease Solve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Data Storage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You can maintain a database with disease names, symptoms, recommended medicines, and preventions.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AI/ML Integration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The app can leverage a symptom-checking API or an AI model to provide relevant medical suggestions based on the user’s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input.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Delivery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Logistics 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You’d likely need an interface with a delivery system or API integration (like Uber Eats or custom delivery partners) to process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orders and track deliveries.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Physical Health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Sensors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You can use smartphone motion sensors (accelerometer, pedometer) to track steps, and fitness APIs (like Google Fit or Apple Health) 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to track physical activity.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Contests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The app can store user steps and participation in a centralized database. A leaderboard can be updated in real-time, with rewards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provided based on contest rules.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Add Menu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Data Collection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Users can input daily meals into the app. The app stores this data in a database and uses it to analyze nutritional gaps.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Report Generation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: At the end of the week, the app runs an analysis to compare what the user ate against recommended daily intakes.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It provides a report detailing missing vitamins, minerals, and the consequences of these deficiencies, while recommending foods to fill these gaps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64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Vegetables and fruits in a row">
            <a:extLst>
              <a:ext uri="{FF2B5EF4-FFF2-40B4-BE49-F238E27FC236}">
                <a16:creationId xmlns:a16="http://schemas.microsoft.com/office/drawing/2014/main" id="{42F7999E-C0E2-EB27-BD38-2FE67B5E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11" r="42095" b="-2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/>
              <a:t>Feature 1: Check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285999"/>
            <a:ext cx="3935505" cy="395407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Allows users to input any food item to get details on its nutritional content such as vitamins, minerals, proteins, etc.</a:t>
            </a:r>
          </a:p>
          <a:p>
            <a:r>
              <a:rPr lang="en-US" sz="1700" dirty="0"/>
              <a:t>Data is sourced from a large nutritional database, and users get instant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IN" sz="2800"/>
              <a:t>Feature 2: Disease Solve</a:t>
            </a:r>
          </a:p>
        </p:txBody>
      </p:sp>
      <p:pic>
        <p:nvPicPr>
          <p:cNvPr id="13" name="Picture 12" descr="Capsules and pills inside a glass bowl">
            <a:extLst>
              <a:ext uri="{FF2B5EF4-FFF2-40B4-BE49-F238E27FC236}">
                <a16:creationId xmlns:a16="http://schemas.microsoft.com/office/drawing/2014/main" id="{0AF1798B-B5E5-7E73-992D-A695ADAD9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7" r="55602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/>
              <a:t>Allows users to input symptoms or diseases to receive medical advice, suggestions for medicines, and prevention tips.</a:t>
            </a:r>
          </a:p>
          <a:p>
            <a:r>
              <a:rPr lang="en-US" sz="1700"/>
              <a:t>Powered by AI-based recommendations using data from trusted medical 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IN" sz="2800"/>
              <a:t>Feature 3: Delivery</a:t>
            </a:r>
          </a:p>
        </p:txBody>
      </p:sp>
      <p:pic>
        <p:nvPicPr>
          <p:cNvPr id="11" name="Picture 10" descr="Fruits and vegetables in bags">
            <a:extLst>
              <a:ext uri="{FF2B5EF4-FFF2-40B4-BE49-F238E27FC236}">
                <a16:creationId xmlns:a16="http://schemas.microsoft.com/office/drawing/2014/main" id="{9C77DF11-D9EC-F53F-73E8-AD028A16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35" r="17261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/>
              <a:t>Users can order food items through the app, with nutritional data to help fill weekly dietary gaps.</a:t>
            </a:r>
          </a:p>
          <a:p>
            <a:r>
              <a:rPr lang="en-US" sz="1700"/>
              <a:t>Integrates third-party APIs for delivery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Feature 4: Physical Health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9D535A-974D-84BA-6CD7-E116B6F60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57255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IN" sz="3500"/>
              <a:t>Feature 5: Add Menu</a:t>
            </a:r>
          </a:p>
        </p:txBody>
      </p:sp>
      <p:pic>
        <p:nvPicPr>
          <p:cNvPr id="17" name="Picture 16" descr="A chopping board with spices on top">
            <a:extLst>
              <a:ext uri="{FF2B5EF4-FFF2-40B4-BE49-F238E27FC236}">
                <a16:creationId xmlns:a16="http://schemas.microsoft.com/office/drawing/2014/main" id="{9C65D773-EFD6-5303-F95A-081146605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75" r="25658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Users input daily meals, and at the end of the week, the app provides feedback on missing nutrients and suggests foods to fill the gaps.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How Nutri-Connect Works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4499F4-4E68-8493-0F45-460B0C54B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80216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IN" sz="3500"/>
              <a:t>Security and Privacy</a:t>
            </a:r>
          </a:p>
        </p:txBody>
      </p:sp>
      <p:pic>
        <p:nvPicPr>
          <p:cNvPr id="5" name="Picture 4" descr="Transparent padlock">
            <a:extLst>
              <a:ext uri="{FF2B5EF4-FFF2-40B4-BE49-F238E27FC236}">
                <a16:creationId xmlns:a16="http://schemas.microsoft.com/office/drawing/2014/main" id="{527A1B4F-638C-ACBD-8DA1-78FF4B1A2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0" r="41094" b="2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User data is stored securely and encrypted to ensure privacy. Personal health information is never shared without consent.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062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Future Enhancements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C4A7A-5B5A-4E75-416E-175637A67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30" r="16235" b="2"/>
          <a:stretch/>
        </p:blipFill>
        <p:spPr>
          <a:xfrm>
            <a:off x="4965970" y="1295416"/>
            <a:ext cx="4178030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2588" y="1656147"/>
            <a:ext cx="409575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054" y="587516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77E12F-56AF-90C0-6879-4D0F0C49D3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205038"/>
              </p:ext>
            </p:extLst>
          </p:nvPr>
        </p:nvGraphicFramePr>
        <p:xfrm>
          <a:off x="628650" y="1825625"/>
          <a:ext cx="404062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Nutri-Connect is a comprehensive app for tracking nutrition, health, and physical activity. Its unique features provide personalized feedback to help users maintain a balanced lifestyle.</a:t>
            </a:r>
          </a:p>
        </p:txBody>
      </p:sp>
      <p:pic>
        <p:nvPicPr>
          <p:cNvPr id="5" name="Picture 4" descr="Blue scheduled pillbox">
            <a:extLst>
              <a:ext uri="{FF2B5EF4-FFF2-40B4-BE49-F238E27FC236}">
                <a16:creationId xmlns:a16="http://schemas.microsoft.com/office/drawing/2014/main" id="{DF6B9170-8314-D077-42AC-70CD5376B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62" r="34087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72955" y="1122302"/>
            <a:ext cx="5370815" cy="5735697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25"/>
          <a:stretch/>
        </p:blipFill>
        <p:spPr>
          <a:xfrm flipH="1">
            <a:off x="0" y="1122301"/>
            <a:ext cx="9144000" cy="57505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01" y="2708150"/>
            <a:ext cx="3604497" cy="23228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4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441" y="1608355"/>
            <a:ext cx="4570559" cy="5249645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C462D951-C570-773D-CEAA-A7DE5DA43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4681" y="2708150"/>
            <a:ext cx="3463967" cy="3463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723</Words>
  <Application>Microsoft Office PowerPoint</Application>
  <PresentationFormat>On-screen Show (4:3)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Nutri-Connect: A Comprehensive Nutrition and Health Tracking Solution</vt:lpstr>
      <vt:lpstr>PowerPoint Presentation</vt:lpstr>
      <vt:lpstr>Introduction to Nutri-Connect</vt:lpstr>
      <vt:lpstr>Problem Statement</vt:lpstr>
      <vt:lpstr>PowerPoint Presentation</vt:lpstr>
      <vt:lpstr>Feature 1: Check Item</vt:lpstr>
      <vt:lpstr>Feature 2: Disease Solve</vt:lpstr>
      <vt:lpstr>Feature 3: Delivery</vt:lpstr>
      <vt:lpstr>Feature 4: Physical Health</vt:lpstr>
      <vt:lpstr>Feature 5: Add Menu</vt:lpstr>
      <vt:lpstr>How Nutri-Connect Works</vt:lpstr>
      <vt:lpstr>Security and Privacy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HARA</dc:creator>
  <cp:keywords/>
  <dc:description>generated using python-pptx</dc:description>
  <cp:lastModifiedBy>HARI HARA</cp:lastModifiedBy>
  <cp:revision>3</cp:revision>
  <dcterms:created xsi:type="dcterms:W3CDTF">2013-01-27T09:14:16Z</dcterms:created>
  <dcterms:modified xsi:type="dcterms:W3CDTF">2025-09-01T17:06:15Z</dcterms:modified>
  <cp:category/>
</cp:coreProperties>
</file>